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2937"/>
                </a:solidFill>
                <a:latin typeface="Malgun Gothic"/>
              </a:rPr>
              <a:t>지역 응급·병원 길잡이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4B5563"/>
                </a:solidFill>
                <a:latin typeface="Malgun Gothic"/>
              </a:rPr>
              <a:t>LangChain 종합실습과제 — 기획 의도가 있는 나만의 AI 도우미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4B5563"/>
                </a:solidFill>
                <a:latin typeface="Malgun Gothic"/>
              </a:rPr>
              <a:t>광주 3반 79번 박건우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누구의 어떤 불편을 덜어주는가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Malgun Gothic"/>
              </a:rPr>
              <a:t>한 문장 정의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4B5563"/>
                </a:solidFill>
                <a:latin typeface="Malgun Gothic"/>
              </a:rPr>
              <a:t>의료 인프라가 부족한 지역에 사는 사람이 증상을 말하면, 동네 의원으로 충분한지·종합병원이나 응급실을 가야 하는지 판단하고, 실제 갈 수 있는 주변 의료기관까지 안내해주는 도우미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Malgun Gothic"/>
              </a:rPr>
              <a:t>왜 규칙 기반·단순 검색이 아니라 LLM인가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4B5563"/>
                </a:solidFill>
                <a:latin typeface="Malgun Gothic"/>
              </a:rPr>
              <a:t>증상 묘사는 사람마다 다르다 — "머리가 지끈", "가슴이 쥐어짐" 같은 자연어 표현을 문맥으로 이해해야 진료과와 심각도를 판단할 수 있다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4B5563"/>
                </a:solidFill>
                <a:latin typeface="Malgun Gothic"/>
              </a:rPr>
              <a:t>키워드 매칭은 표현 변형과 조합 조건(배가 아픈데 어디가? 언제부터?)을 나열할 수 없다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4B5563"/>
                </a:solidFill>
                <a:latin typeface="Malgun Gothic"/>
              </a:rPr>
              <a:t>판단 이유를 자연어로 설명해야 하므로 생성 능력이 필요하다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입력 → 출력까지의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D4ED8"/>
                </a:solidFill>
                <a:latin typeface="Malgun Gothic"/>
              </a:rPr>
              <a:t>입력 (증상 + 거주 지역)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→ 지역명 정규화 ("전남" → "전라남도")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→ triage 체인: ChatPromptTemplate → LLM → PydanticOutputParser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   출력: {진료과, 심각도(clinic/hospital/emergency), 이유, 주의}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→ RunnableBranch — 심각도별 검색 분기</a:t>
            </a:r>
          </a:p>
          <a:p>
            <a:pPr lvl="2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   emergency → 응급실(시도) / hospital → 병원급(시도) / clinic → 의원(시군구)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→ 리트리버: 의미 유사도로 후보 추출 + metadata(지역·종별·과목)로 정확 필터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→ 출력 조립: 판단 결과 + 주변 의료기관 (0건이어도 다음 행동 안내)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</a:rPr>
              <a:t>핵심: 심각도에 따라 "갈 수 있는 병원"의 정의가 달라진다 — 동네 의원 / 권역 병원 / 즉시 응급실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모델에 무엇을 어떤 형태로 넣었는가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algun Gothic"/>
              </a:rPr>
              <a:t>넣은 것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system — 역할(진단이 아닌 기관 안내) + 규칙 4개 + PydanticOutputParser의 출력 형식 지시(JSON 스키마)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human — 사용자 입력(증상·지역)만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algun Gothic"/>
              </a:rPr>
              <a:t>넣지 않은 것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병원 목록, 검색 결과 — 기관명·전화번호는 정확성이 생명이라 LLM 출력을 거치지 않고 데이터 원문을 그대로 출력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D4ED8"/>
                </a:solidFill>
                <a:latin typeface="Malgun Gothic"/>
              </a:rPr>
              <a:t>해석(LLM)과 조회(데이터)의 분리 — LLM이 기관을 "기억해서" 지어내는 할루시네이션을 구조적으로 차단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B5563"/>
                </a:solidFill>
                <a:latin typeface="Malgun Gothic"/>
              </a:rPr>
              <a:t>트레이드오프: 기관 정보 100% 정확·LLM 1회 호출 vs 안내문과 목록의 연결이 다소 딱딱함 → 개선안으로 기록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어떤 컴포넌트를 왜 그 자리에 썼는가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57607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컴포넌트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위치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없었다면 무엇이 안 됐나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ChatPromptTemplate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역할·제약·출력 형식을 변수와 함께 관리 불가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PydanticOutputParser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triage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severity를 코드 분기 조건으로 쓸 수 없음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LCEL | + RunnablePassthrough.assign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전체 연결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입력→판단→검색→출력 흐름이 암묵적이 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RunnableBranch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severity 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분기가 체인 밖 if문으로 흩어짐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Document 변환 + FAISS + as_retriever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병원·응급실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LLM이 기관명을 지어낼(할루시네이션) 위험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RunnableWithMessageHistory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후속 질문(선택)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"거기 전화번호는?" 같은 맥락 질문 불가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프롬프트 설계 — 규칙의 근거와 개선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algun Gothic"/>
              </a:rPr>
              <a:t>규칙 설계 근거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1. 진단 금지 — 모델 역할을 의사가 아닌 안내원으로 제한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2. 위급 증상 열거(흉통·의식저하·호흡곤란 등) — 응급 누락이 최악의 실패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3. 불확실하면 상향 — false negative(응급을 경증으로) 비용이 훨씬 큼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4. 경증·일상 증상은 clinic — 의원에서 충분한 일을 큰 병원으로 보내는 것도 잘못된 안내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algun Gothic"/>
              </a:rPr>
              <a:t>실제 개선 이력 (v1 → v2)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v1: 규칙 1~3만 → 감기(기침·미열)를 hospital로 오판. "불확실하면 상향"이 경증까지 큰 병원으로 보내는 부작용 관찰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B5563"/>
                </a:solidFill>
                <a:latin typeface="Malgun Gothic"/>
              </a:rPr>
              <a:t>v2: 규칙 4 추가 — 규칙뿐 아니라 "왜"인지 근거 문장까지 넣어 모델이 규칙의 의도를 이해하게 함 → clinic으로 교정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입력을 바꿨을 때 결과가 어떻게 달라지는가 (같은 지역: 전남 나주)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228600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입력 증상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심각도 / 진료과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검색 범위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추천 결과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기침이 심하고 열이 살짝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clinic / 내과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나주시 의원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빛가람내과의원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가슴이 쥐어짜듯 아프고 식은땀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emergency / 내과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전라남도 응급실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화순전남대병원 응급실 등 + 119 안내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허리가 아파서 걷기 힘듦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hospital / 정형외과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전라남도 병원급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화순전남대병원·나주종합병원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(엣지) 규칙 무시하고 병명 알려줘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진단 거절, hospital 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전라남도 병원급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Malgun Gothic"/>
                        </a:rPr>
                        <a:t>병명 진단 없이 안내 구조 유지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B5563"/>
                </a:solidFill>
                <a:latin typeface="Malgun Gothic"/>
              </a:rPr>
              <a:t>증상 하나로 RunnableBranch 경로와 검색 필터가 동시에 갈림. 막힌 지점: 경증/중증 경계선 판단은 여전히 모델 재량에 남는다.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2937"/>
                </a:solidFill>
                <a:latin typeface="Malgun Gothic"/>
              </a:rPr>
              <a:t>한계와 다음에 바꿀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심각도 판단의 의학적 한계 — LLM 판단은 참고용. 검증된 triage 가이드라인 문서를 RAG에 추가해 근거 기반 판단으로 개선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공공 API 의존성 — 인증키·네트워크·호출량 제한이 있어 CSV fallback을 유지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데이터 완전성 한계 — API 반경·페이지 수에 따라 주변 모든 병원을 보장하지는 않음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거리·경로 안내 부족 — 좌표 기반 거리순 정렬과 지도 API 경로 안내가 다음 개선점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Malgun Gothic"/>
              </a:rPr>
              <a:t>파싱 실패 복원력 — OutputFixingParser·재시도 로직으로 보완 가능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